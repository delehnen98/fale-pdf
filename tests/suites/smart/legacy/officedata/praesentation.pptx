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Quartalsbericht Seepferdchen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Untertitel mit Umlauten äöü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Erster Punkt</a:t>
            </a:r>
          </a:p>
          <a:p>
            <a:r>
              <a:t>Zweiter Punkt</a:t>
            </a:r>
          </a:p>
          <a:p>
            <a:r>
              <a:t>Dritter Punkt</a:t>
            </a:r>
          </a:p>
          <a:p>
            <a:pPr lvl="1"/>
            <a:r>
              <a:t>Unterpunkt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2743200" cy="1371600"/>
          </a:xfrm>
          <a:prstGeom prst="rect">
            <a:avLst/>
          </a:prstGeom>
          <a:solidFill>
            <a:srgbClr val="0B8F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Grüne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Freies Textfeld</a:t>
            </a:r>
          </a:p>
        </p:txBody>
      </p:sp>
      <p:pic>
        <p:nvPicPr>
          <p:cNvPr id="4" name="Picture 3" descr="b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